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745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" descr="_baked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50"/>
            <a:ext cx="10287000" cy="11953875"/>
          </a:xfrm>
          <a:prstGeom prst="rect">
            <a:avLst/>
          </a:prstGeom>
        </p:spPr>
      </p:pic>
      <p:pic>
        <p:nvPicPr>
          <p:cNvPr id="4" name="wave" descr="_baked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0"/>
            <a:ext cx="10287000" cy="2857500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381000" y="1047750"/>
            <a:ext cx="9525000" cy="2741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7196"/>
              </a:lnSpc>
            </a:pPr>
            <a:r>
              <a:rPr sz="6225" b="0" i="0">
                <a:solidFill>
                  <a:srgbClr val="FFFFFF"/>
                </a:solidFill>
                <a:latin typeface="Larken Medium"/>
              </a:rPr>
              <a:t>TEST</a:t>
            </a:r>
          </a:p>
          <a:p>
            <a:pPr algn="ctr">
              <a:lnSpc>
                <a:spcPts val="7196"/>
              </a:lnSpc>
            </a:pPr>
            <a:r>
              <a:rPr sz="6225" b="0" i="0">
                <a:solidFill>
                  <a:srgbClr val="FFFFFF"/>
                </a:solidFill>
                <a:latin typeface="Larken Medium"/>
              </a:rPr>
              <a:t>how did you feel about</a:t>
            </a:r>
          </a:p>
          <a:p>
            <a:pPr algn="ctr">
              <a:lnSpc>
                <a:spcPts val="7196"/>
              </a:lnSpc>
            </a:pPr>
            <a:r>
              <a:rPr sz="6225" b="0" i="0">
                <a:solidFill>
                  <a:srgbClr val="FFFFFF"/>
                </a:solidFill>
                <a:latin typeface="Larken Medium"/>
              </a:rPr>
              <a:t>your first class?</a:t>
            </a:r>
          </a:p>
        </p:txBody>
      </p:sp>
      <p:pic>
        <p:nvPicPr>
          <p:cNvPr id="6" name="lockup" descr="YA logo RGB white 800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788" y="16602075"/>
            <a:ext cx="4543425" cy="1419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