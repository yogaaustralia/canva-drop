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1" descr="_baked_photo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675" y="0"/>
            <a:ext cx="4505325" cy="12858750"/>
          </a:xfrm>
          <a:prstGeom prst="rect">
            <a:avLst/>
          </a:prstGeom>
        </p:spPr>
      </p:pic>
      <p:sp>
        <p:nvSpPr>
          <p:cNvPr id="4" name="kicker-chip"/>
          <p:cNvSpPr/>
          <p:nvPr/>
        </p:nvSpPr>
        <p:spPr>
          <a:xfrm>
            <a:off x="1547812" y="1028700"/>
            <a:ext cx="26860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 txBox="1"/>
          <p:nvPr/>
        </p:nvSpPr>
        <p:spPr>
          <a:xfrm>
            <a:off x="1547812" y="1028700"/>
            <a:ext cx="2686050" cy="590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2550"/>
              </a:lnSpc>
            </a:pPr>
            <a:r>
              <a:rPr sz="2550" b="0" i="0" spc="75">
                <a:solidFill>
                  <a:srgbClr val="1A1A1A"/>
                </a:solidFill>
                <a:latin typeface="Work Sans"/>
              </a:rPr>
              <a:t>YOGA TODAY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7700" y="3619500"/>
            <a:ext cx="4486275" cy="43815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ts val="7714"/>
              </a:lnSpc>
            </a:pPr>
            <a:r>
              <a:rPr sz="5550" b="0" i="0">
                <a:solidFill>
                  <a:srgbClr val="745766"/>
                </a:solidFill>
                <a:latin typeface="Larken Medium"/>
              </a:rPr>
              <a:t>TEST</a:t>
            </a:r>
          </a:p>
          <a:p>
            <a:pPr algn="l">
              <a:lnSpc>
                <a:spcPts val="7714"/>
              </a:lnSpc>
            </a:pPr>
            <a:r>
              <a:rPr sz="5550" b="0" i="0">
                <a:solidFill>
                  <a:srgbClr val="745766"/>
                </a:solidFill>
                <a:latin typeface="Larken Medium"/>
              </a:rPr>
              <a:t>Mental Health</a:t>
            </a:r>
          </a:p>
          <a:p>
            <a:pPr algn="l">
              <a:lnSpc>
                <a:spcPts val="7714"/>
              </a:lnSpc>
            </a:pPr>
            <a:r>
              <a:rPr sz="5550" b="0" i="0">
                <a:solidFill>
                  <a:srgbClr val="745766"/>
                </a:solidFill>
                <a:latin typeface="Larken Medium"/>
              </a:rPr>
              <a:t>Through the</a:t>
            </a:r>
          </a:p>
          <a:p>
            <a:pPr algn="l">
              <a:lnSpc>
                <a:spcPts val="7714"/>
              </a:lnSpc>
            </a:pPr>
            <a:r>
              <a:rPr sz="5550" b="0" i="0">
                <a:solidFill>
                  <a:srgbClr val="745766"/>
                </a:solidFill>
                <a:latin typeface="Larken Medium"/>
              </a:rPr>
              <a:t>Yogic Lens</a:t>
            </a:r>
          </a:p>
        </p:txBody>
      </p:sp>
      <p:pic>
        <p:nvPicPr>
          <p:cNvPr id="7" name="lockup" descr="YA logo RGB 8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62" y="11401425"/>
            <a:ext cx="2876550" cy="898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2" descr="_baked_photo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6975" cy="12858750"/>
          </a:xfrm>
          <a:prstGeom prst="rect">
            <a:avLst/>
          </a:prstGeom>
        </p:spPr>
      </p:pic>
      <p:sp>
        <p:nvSpPr>
          <p:cNvPr id="4" name="body-2"/>
          <p:cNvSpPr txBox="1"/>
          <p:nvPr/>
        </p:nvSpPr>
        <p:spPr>
          <a:xfrm>
            <a:off x="3228975" y="2619375"/>
            <a:ext cx="6296025" cy="76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284"/>
              </a:lnSpc>
            </a:pPr>
            <a:r>
              <a:rPr sz="3600" b="0" i="0">
                <a:solidFill>
                  <a:srgbClr val="745766"/>
                </a:solidFill>
                <a:latin typeface="Larken Regular"/>
              </a:rPr>
              <a:t>In some ways the definition of mental health through the Yogic lens is very simple. A healthy mind should flow like a river, but when the mind is stuck in the past or future this stagnation is pathological, according to Yoga.</a:t>
            </a:r>
          </a:p>
        </p:txBody>
      </p:sp>
      <p:pic>
        <p:nvPicPr>
          <p:cNvPr id="5" name="lockup" descr="YA logo RGB 8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712" y="11401425"/>
            <a:ext cx="2876550" cy="898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3" descr="_baked_photo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675" y="0"/>
            <a:ext cx="4505325" cy="12858750"/>
          </a:xfrm>
          <a:prstGeom prst="rect">
            <a:avLst/>
          </a:prstGeom>
        </p:spPr>
      </p:pic>
      <p:sp>
        <p:nvSpPr>
          <p:cNvPr id="4" name="body-3"/>
          <p:cNvSpPr txBox="1"/>
          <p:nvPr/>
        </p:nvSpPr>
        <p:spPr>
          <a:xfrm>
            <a:off x="762000" y="2619375"/>
            <a:ext cx="4257675" cy="76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284"/>
              </a:lnSpc>
            </a:pPr>
            <a:r>
              <a:rPr sz="3600" b="0" i="0">
                <a:solidFill>
                  <a:srgbClr val="745766"/>
                </a:solidFill>
                <a:latin typeface="Larken Regular"/>
              </a:rPr>
              <a:t>In Yoga Therapy, it is important to cut through rumination with practices that anchor attention in present moment awareness.</a:t>
            </a:r>
          </a:p>
        </p:txBody>
      </p:sp>
      <p:pic>
        <p:nvPicPr>
          <p:cNvPr id="5" name="lockup" descr="YA logo RGB 8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62" y="11401425"/>
            <a:ext cx="2876550" cy="8989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4" descr="_baked_photo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6975" cy="12858750"/>
          </a:xfrm>
          <a:prstGeom prst="rect">
            <a:avLst/>
          </a:prstGeom>
        </p:spPr>
      </p:pic>
      <p:sp>
        <p:nvSpPr>
          <p:cNvPr id="4" name="body-4"/>
          <p:cNvSpPr txBox="1"/>
          <p:nvPr/>
        </p:nvSpPr>
        <p:spPr>
          <a:xfrm>
            <a:off x="3228975" y="2619375"/>
            <a:ext cx="6296025" cy="76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284"/>
              </a:lnSpc>
            </a:pPr>
            <a:r>
              <a:rPr sz="3600" b="0" i="0">
                <a:solidFill>
                  <a:srgbClr val="745766"/>
                </a:solidFill>
                <a:latin typeface="Larken Regular"/>
              </a:rPr>
              <a:t>Our focus is less on the pathology and its symptoms, and more on the integrative process of directing the mind towards activities that bring clarity, calm, insight, stability and presence.</a:t>
            </a:r>
          </a:p>
        </p:txBody>
      </p:sp>
      <p:pic>
        <p:nvPicPr>
          <p:cNvPr id="5" name="lockup" descr="YA logo RGB 8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712" y="11401425"/>
            <a:ext cx="2876550" cy="898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