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over-photo" descr="_baked_cover-ph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kicker-chip"/>
          <p:cNvSpPr/>
          <p:nvPr/>
        </p:nvSpPr>
        <p:spPr>
          <a:xfrm>
            <a:off x="2590800" y="476250"/>
            <a:ext cx="5105400" cy="1104900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cker"/>
          <p:cNvSpPr txBox="1"/>
          <p:nvPr/>
        </p:nvSpPr>
        <p:spPr>
          <a:xfrm>
            <a:off x="2590800" y="476250"/>
            <a:ext cx="5105400" cy="11049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ts val="4950"/>
              </a:lnSpc>
            </a:pPr>
            <a:r>
              <a:rPr sz="4950" b="0" i="0" spc="112">
                <a:solidFill>
                  <a:srgbClr val="161C29"/>
                </a:solidFill>
                <a:latin typeface="Work Sans"/>
              </a:rPr>
              <a:t>YOGA TODAY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381000" y="1866900"/>
            <a:ext cx="9525000" cy="55721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14625"/>
              </a:lnSpc>
            </a:pPr>
            <a:r>
              <a:rPr sz="7500" b="0" i="0">
                <a:solidFill>
                  <a:srgbClr val="FFFFFF"/>
                </a:solidFill>
                <a:latin typeface="Larken Medium"/>
              </a:rPr>
              <a:t>TEST</a:t>
            </a:r>
          </a:p>
          <a:p>
            <a:pPr algn="ctr">
              <a:lnSpc>
                <a:spcPts val="14625"/>
              </a:lnSpc>
            </a:pPr>
            <a:r>
              <a:rPr sz="7500" b="0" i="0">
                <a:solidFill>
                  <a:srgbClr val="FFFFFF"/>
                </a:solidFill>
                <a:latin typeface="Larken Medium"/>
              </a:rPr>
              <a:t>History of Yoga</a:t>
            </a:r>
          </a:p>
          <a:p>
            <a:pPr algn="ctr">
              <a:lnSpc>
                <a:spcPts val="14625"/>
              </a:lnSpc>
            </a:pPr>
            <a:r>
              <a:rPr sz="7500" b="0" i="0">
                <a:solidFill>
                  <a:srgbClr val="FFFFFF"/>
                </a:solidFill>
                <a:latin typeface="Larken Medium"/>
              </a:rPr>
              <a:t>and Tantra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round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E1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lockup" descr="YA logo RGB 800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0888" y="857250"/>
            <a:ext cx="3705225" cy="1157883"/>
          </a:xfrm>
          <a:prstGeom prst="rect">
            <a:avLst/>
          </a:prstGeom>
        </p:spPr>
      </p:pic>
      <p:sp>
        <p:nvSpPr>
          <p:cNvPr id="4" name="body-1"/>
          <p:cNvSpPr txBox="1"/>
          <p:nvPr/>
        </p:nvSpPr>
        <p:spPr>
          <a:xfrm>
            <a:off x="714375" y="2733675"/>
            <a:ext cx="8858250" cy="321906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6336"/>
              </a:lnSpc>
            </a:pPr>
            <a:r>
              <a:rPr sz="5325" b="0" i="0">
                <a:solidFill>
                  <a:srgbClr val="745766"/>
                </a:solidFill>
                <a:latin typeface="Larken Regular"/>
              </a:rPr>
              <a:t>This article introduces our CPD Short Course from Tova Olsson and tracks alongside her book:</a:t>
            </a:r>
          </a:p>
        </p:txBody>
      </p:sp>
      <p:sp>
        <p:nvSpPr>
          <p:cNvPr id="5" name="body-2"/>
          <p:cNvSpPr txBox="1"/>
          <p:nvPr/>
        </p:nvSpPr>
        <p:spPr>
          <a:xfrm>
            <a:off x="714375" y="6762369"/>
            <a:ext cx="8858250" cy="160953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6336"/>
              </a:lnSpc>
            </a:pPr>
            <a:r>
              <a:rPr sz="5325" b="0" i="1">
                <a:solidFill>
                  <a:srgbClr val="745766"/>
                </a:solidFill>
                <a:latin typeface="Larken Regular"/>
              </a:rPr>
              <a:t>Yoga and Tantra: History, Philosophy and Mythology</a:t>
            </a:r>
          </a:p>
        </p:txBody>
      </p:sp>
      <p:sp>
        <p:nvSpPr>
          <p:cNvPr id="6" name="body-3"/>
          <p:cNvSpPr txBox="1"/>
          <p:nvPr/>
        </p:nvSpPr>
        <p:spPr>
          <a:xfrm>
            <a:off x="714375" y="9181528"/>
            <a:ext cx="8858250" cy="241430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6336"/>
              </a:lnSpc>
            </a:pPr>
            <a:r>
              <a:rPr sz="5325" b="0" i="0">
                <a:solidFill>
                  <a:srgbClr val="745766"/>
                </a:solidFill>
                <a:latin typeface="Larken Regular"/>
              </a:rPr>
              <a:t>We consider this one of our most important resources, so it is free for all members.</a:t>
            </a:r>
          </a:p>
        </p:txBody>
      </p:sp>
      <p:sp>
        <p:nvSpPr>
          <p:cNvPr id="7" name="body-4"/>
          <p:cNvSpPr txBox="1"/>
          <p:nvPr/>
        </p:nvSpPr>
        <p:spPr>
          <a:xfrm>
            <a:off x="714375" y="12405455"/>
            <a:ext cx="8858250" cy="40238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6336"/>
              </a:lnSpc>
            </a:pPr>
            <a:r>
              <a:rPr sz="5325" b="0" i="0">
                <a:solidFill>
                  <a:srgbClr val="745766"/>
                </a:solidFill>
                <a:latin typeface="Larken Regular"/>
              </a:rPr>
              <a:t>There's more to yoga than the default narrative suggests, and anyone who teaches or intends to teach yoga simply must avail themselves.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