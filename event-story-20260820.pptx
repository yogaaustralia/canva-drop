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E1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" descr="_baked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3448050" cy="1828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381000" y="1028700"/>
            <a:ext cx="6076950" cy="571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3750"/>
              </a:lnSpc>
            </a:pPr>
            <a:r>
              <a:rPr sz="3750" b="0" i="0">
                <a:solidFill>
                  <a:srgbClr val="745766"/>
                </a:solidFill>
                <a:latin typeface="Work Sans"/>
              </a:rPr>
              <a:t>A SPECIAL ONLINE EVENT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81000" y="2838450"/>
            <a:ext cx="6076950" cy="3163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8302"/>
              </a:lnSpc>
            </a:pPr>
            <a:r>
              <a:rPr sz="6750" b="0" i="0">
                <a:solidFill>
                  <a:srgbClr val="745766"/>
                </a:solidFill>
                <a:latin typeface="Larken Medium"/>
              </a:rPr>
              <a:t>TEST</a:t>
            </a:r>
          </a:p>
          <a:p>
            <a:pPr algn="ctr">
              <a:lnSpc>
                <a:spcPts val="8302"/>
              </a:lnSpc>
            </a:pPr>
            <a:r>
              <a:rPr sz="6750" b="0" i="0">
                <a:solidFill>
                  <a:srgbClr val="745766"/>
                </a:solidFill>
                <a:latin typeface="Larken Medium"/>
              </a:rPr>
              <a:t>Yoga for Mental</a:t>
            </a:r>
          </a:p>
          <a:p>
            <a:pPr algn="ctr">
              <a:lnSpc>
                <a:spcPts val="8302"/>
              </a:lnSpc>
            </a:pPr>
            <a:r>
              <a:rPr sz="6750" b="0" i="0">
                <a:solidFill>
                  <a:srgbClr val="745766"/>
                </a:solidFill>
                <a:latin typeface="Larken Medium"/>
              </a:rPr>
              <a:t>Health Summit</a:t>
            </a:r>
          </a:p>
        </p:txBody>
      </p:sp>
      <p:sp>
        <p:nvSpPr>
          <p:cNvPr id="6" name="rule"/>
          <p:cNvSpPr/>
          <p:nvPr/>
        </p:nvSpPr>
        <p:spPr>
          <a:xfrm>
            <a:off x="1776412" y="6306502"/>
            <a:ext cx="3286125" cy="38100"/>
          </a:xfrm>
          <a:prstGeom prst="rect">
            <a:avLst/>
          </a:prstGeom>
          <a:solidFill>
            <a:srgbClr val="745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tail"/>
          <p:cNvSpPr txBox="1"/>
          <p:nvPr/>
        </p:nvSpPr>
        <p:spPr>
          <a:xfrm>
            <a:off x="381000" y="7220902"/>
            <a:ext cx="6076950" cy="1372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5402"/>
              </a:lnSpc>
            </a:pPr>
            <a:r>
              <a:rPr sz="3675" b="0" i="0">
                <a:solidFill>
                  <a:srgbClr val="745766"/>
                </a:solidFill>
                <a:latin typeface="Work Sans"/>
              </a:rPr>
              <a:t>Saturday 15 March 2025</a:t>
            </a:r>
          </a:p>
          <a:p>
            <a:pPr algn="ctr">
              <a:lnSpc>
                <a:spcPts val="5402"/>
              </a:lnSpc>
            </a:pPr>
            <a:r>
              <a:rPr sz="3675" b="0" i="0">
                <a:solidFill>
                  <a:srgbClr val="745766"/>
                </a:solidFill>
                <a:latin typeface="Work Sans"/>
              </a:rPr>
              <a:t>10am - 5pm (AEDT)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381000" y="9336024"/>
            <a:ext cx="6076950" cy="6284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5031"/>
              </a:lnSpc>
            </a:pPr>
            <a:r>
              <a:rPr sz="3225" b="0" i="0">
                <a:solidFill>
                  <a:srgbClr val="745766"/>
                </a:solidFill>
                <a:latin typeface="Work Sans"/>
              </a:rPr>
              <a:t>Join us for the Yoga for Mental Health Summit, where leading voices in Yoga Therapy and Mental Health share powerful insights on how yoga supports mental wellbeing.</a:t>
            </a:r>
          </a:p>
        </p:txBody>
      </p:sp>
      <p:pic>
        <p:nvPicPr>
          <p:cNvPr id="9" name="lockup" descr="YA logo RGB 8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6192500"/>
            <a:ext cx="3486150" cy="1089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