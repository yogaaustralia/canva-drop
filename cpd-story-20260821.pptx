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745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" descr="_baked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429500"/>
          </a:xfrm>
          <a:prstGeom prst="rect">
            <a:avLst/>
          </a:prstGeom>
        </p:spPr>
      </p:pic>
      <p:pic>
        <p:nvPicPr>
          <p:cNvPr id="4" name="fade" descr="_baked_f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00"/>
            <a:ext cx="10287000" cy="1724025"/>
          </a:xfrm>
          <a:prstGeom prst="rect">
            <a:avLst/>
          </a:prstGeom>
        </p:spPr>
      </p:pic>
      <p:sp>
        <p:nvSpPr>
          <p:cNvPr id="5" name="kicker-chip"/>
          <p:cNvSpPr/>
          <p:nvPr/>
        </p:nvSpPr>
        <p:spPr>
          <a:xfrm>
            <a:off x="3667125" y="6248400"/>
            <a:ext cx="29527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icker"/>
          <p:cNvSpPr txBox="1"/>
          <p:nvPr/>
        </p:nvSpPr>
        <p:spPr>
          <a:xfrm>
            <a:off x="3667125" y="6248400"/>
            <a:ext cx="2952750" cy="514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2925"/>
              </a:lnSpc>
            </a:pPr>
            <a:r>
              <a:rPr sz="2925" b="0" i="0" spc="75">
                <a:solidFill>
                  <a:srgbClr val="1A1A1A"/>
                </a:solidFill>
                <a:latin typeface="Work Sans"/>
              </a:rPr>
              <a:t>YOGA TODAY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381000" y="7943850"/>
            <a:ext cx="9525000" cy="942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6750"/>
              </a:lnSpc>
            </a:pPr>
            <a:r>
              <a:rPr sz="6750" b="0" i="0">
                <a:solidFill>
                  <a:srgbClr val="EFE9E0"/>
                </a:solidFill>
                <a:latin typeface="Larken Medium"/>
              </a:rPr>
              <a:t>TEST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381000" y="8943975"/>
            <a:ext cx="95250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5700"/>
              </a:lnSpc>
            </a:pPr>
            <a:r>
              <a:rPr sz="5700" b="0" i="1">
                <a:solidFill>
                  <a:srgbClr val="EFE9E0"/>
                </a:solidFill>
                <a:latin typeface="Larken Medium"/>
              </a:rPr>
              <a:t>in Nepal</a:t>
            </a:r>
          </a:p>
        </p:txBody>
      </p:sp>
      <p:sp>
        <p:nvSpPr>
          <p:cNvPr id="9" name="dot"/>
          <p:cNvSpPr/>
          <p:nvPr/>
        </p:nvSpPr>
        <p:spPr>
          <a:xfrm>
            <a:off x="5095875" y="10067925"/>
            <a:ext cx="95250" cy="95250"/>
          </a:xfrm>
          <a:prstGeom prst="ellipse">
            <a:avLst/>
          </a:prstGeom>
          <a:solidFill>
            <a:srgbClr val="EF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"/>
          <p:cNvSpPr txBox="1"/>
          <p:nvPr/>
        </p:nvSpPr>
        <p:spPr>
          <a:xfrm>
            <a:off x="857250" y="10477500"/>
            <a:ext cx="8572500" cy="247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5032"/>
              </a:lnSpc>
            </a:pPr>
            <a:r>
              <a:rPr sz="4125" b="0" i="0">
                <a:solidFill>
                  <a:srgbClr val="EFE9E0"/>
                </a:solidFill>
                <a:latin typeface="Larken Regular"/>
              </a:rPr>
              <a:t>A sacred journey of self-exploration, aligning one's Self with something greater and attaining a deeper sense of oneself.</a:t>
            </a:r>
          </a:p>
        </p:txBody>
      </p:sp>
      <p:sp>
        <p:nvSpPr>
          <p:cNvPr id="11" name="button"/>
          <p:cNvSpPr/>
          <p:nvPr/>
        </p:nvSpPr>
        <p:spPr>
          <a:xfrm>
            <a:off x="3295650" y="14249400"/>
            <a:ext cx="3705225" cy="676275"/>
          </a:xfrm>
          <a:prstGeom prst="roundRect">
            <a:avLst>
              <a:gd name="adj" fmla="val 50000"/>
            </a:avLst>
          </a:prstGeom>
          <a:solidFill>
            <a:srgbClr val="EF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utton-label"/>
          <p:cNvSpPr txBox="1"/>
          <p:nvPr/>
        </p:nvSpPr>
        <p:spPr>
          <a:xfrm>
            <a:off x="3295650" y="14249400"/>
            <a:ext cx="3705225" cy="67627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2850"/>
              </a:lnSpc>
            </a:pPr>
            <a:r>
              <a:rPr sz="2850" b="0" i="0">
                <a:solidFill>
                  <a:srgbClr val="745766"/>
                </a:solidFill>
                <a:latin typeface="Work Sans"/>
              </a:rPr>
              <a:t>Read the article →</a:t>
            </a:r>
          </a:p>
        </p:txBody>
      </p:sp>
      <p:pic>
        <p:nvPicPr>
          <p:cNvPr id="13" name="lockup" descr="YA logo RGB white 8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588" y="15697200"/>
            <a:ext cx="3933825" cy="1229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